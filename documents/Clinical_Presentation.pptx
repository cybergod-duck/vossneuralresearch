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Voss Neural Research LLC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Empirical Study of AI in Stimulant Use Disorder Recovery</a:t>
            </a:r>
          </a:p>
          <a:p>
            <a:r>
              <a:t>N=1 Clinical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4 Voss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Protocol I: Defined Exits</a:t>
            </a:r>
          </a:p>
          <a:p>
            <a:r>
              <a:t>Protocol II: Somatic Anchoring</a:t>
            </a:r>
          </a:p>
          <a:p>
            <a:r>
              <a:t>Protocol III: Output Ownership</a:t>
            </a:r>
          </a:p>
          <a:p>
            <a:r>
              <a:t>Protocol IV: The Bridge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